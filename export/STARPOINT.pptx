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468880"/>
            <a:ext cx="121916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D8FF2E"/>
                </a:solidFill>
              </a:rPr>
              <a:t>STARPOINT</a:t>
            </a:r>
          </a:p>
          <a:p>
            <a:pPr algn="ctr"/>
            <a:r>
              <a:rPr sz="2200">
                <a:solidFill>
                  <a:srgbClr val="C8CDD5"/>
                </a:solidFill>
              </a:rPr>
              <a:t>Pádel · OTT &amp; Comunidad — Prototipo de la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i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667" y="411480"/>
            <a:ext cx="2880360" cy="603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Inicio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667" y="411480"/>
            <a:ext cx="2880360" cy="603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En vivo · transmisión + cámaras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667" y="411480"/>
            <a:ext cx="2880360" cy="603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Estadísticas · velocidad de pelota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667" y="411480"/>
            <a:ext cx="2880360" cy="603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Máster Cup · torneo de la comunidad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un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667" y="411480"/>
            <a:ext cx="2880360" cy="603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Comunidad · foro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mbres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667" y="411480"/>
            <a:ext cx="2880360" cy="603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Membresías por jugador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erf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667" y="411480"/>
            <a:ext cx="2880360" cy="603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Perfil · Fantasy y entradas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